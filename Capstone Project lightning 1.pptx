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Urbanist Medium"/>
      <p:regular r:id="rId10"/>
      <p:bold r:id="rId11"/>
      <p:italic r:id="rId12"/>
      <p:boldItalic r:id="rId13"/>
    </p:embeddedFont>
    <p:embeddedFont>
      <p:font typeface="Urbanis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Medium-bold.fntdata"/><Relationship Id="rId10" Type="http://schemas.openxmlformats.org/officeDocument/2006/relationships/font" Target="fonts/UrbanistMedium-regular.fntdata"/><Relationship Id="rId13" Type="http://schemas.openxmlformats.org/officeDocument/2006/relationships/font" Target="fonts/UrbanistMedium-boldItalic.fntdata"/><Relationship Id="rId12" Type="http://schemas.openxmlformats.org/officeDocument/2006/relationships/font" Target="fonts/Urbanis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bold.fntdata"/><Relationship Id="rId14" Type="http://schemas.openxmlformats.org/officeDocument/2006/relationships/font" Target="fonts/Urbanist-regular.fntdata"/><Relationship Id="rId17" Type="http://schemas.openxmlformats.org/officeDocument/2006/relationships/font" Target="fonts/Urbanist-boldItalic.fntdata"/><Relationship Id="rId16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52500" y="-95250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3500" y="1291679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2550" y="1310729"/>
            <a:ext cx="18669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950481" y="3482429"/>
            <a:ext cx="829103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Capstone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Project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Ideas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362450" y="4511129"/>
            <a:ext cx="34671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Husain Abedali Ali | Lightning Talk 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381625" y="5154959"/>
            <a:ext cx="14287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Data Science Track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409700"/>
            <a:ext cx="4267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28504"/>
            <a:ext cx="6400800" cy="1826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2825" y="1419225"/>
            <a:ext cx="42481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140970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8914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GOAL &amp; AIM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0100" y="4371379"/>
            <a:ext cx="598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EDA FINDINGS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01. Bank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Marketing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Telesales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1809750"/>
            <a:ext cx="64008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High operational costs due to low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11.7% conversion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We aim to increase targeted conversion by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25% (to ~14.6%)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within 3 months, reducing unproductive calls by 30% through intelligent lead identification.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291482"/>
            <a:ext cx="64008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Develop a robust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Classification Model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optimize call lists and prioritize resources toward customers with the highest propensity to subscribe.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38225" y="4647604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Classification: Predicting customer deposit likelihood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38225" y="4963715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 Missing Values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 the dataset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38225" y="5279826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10 Categorical &amp; 7 Numerical features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38225" y="5595937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Outliers: Age, Balance, Duration, and Campaign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00100" y="4609504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00100" y="4925615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00100" y="5241726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00100" y="5557837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409700"/>
            <a:ext cx="4267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28504"/>
            <a:ext cx="6400800" cy="1826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2825" y="1419225"/>
            <a:ext cx="42481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140970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8914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GOAL &amp; AIM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0100" y="4371379"/>
            <a:ext cx="598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EDA FINDINGS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02. Flight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Price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Prediction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1809750"/>
            <a:ext cx="64008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Extreme volatility (surging up to 250%) causes 15-20% budgeting discrepancies. We aim to deploy a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Regression Model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reduce forecasting errors by 25% with a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95% target accuracy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3291482"/>
            <a:ext cx="64008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Develop a Regression tool for users to optimize booking times and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save up to 30%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on airfare costs using features like lead time and duration.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38225" y="4647604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Regression: Forecasting ticket prices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38225" y="4963715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 Missing Values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 the dataset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38225" y="5279826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8 Categorical &amp; 3 Numerical features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038225" y="5595937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Outliers in Duration and Price; Lead days stable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00100" y="4609504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00100" y="4925615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00100" y="5241726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00100" y="5557837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409700"/>
            <a:ext cx="4267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88593"/>
            <a:ext cx="6400800" cy="1826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2825" y="1419225"/>
            <a:ext cx="42481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140970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2651521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GOAL &amp; AIM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00100" y="4131468"/>
            <a:ext cx="598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EDA FINDINGS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03. India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Air Quality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Forecasting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1809750"/>
            <a:ext cx="64008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PM2.5 levels exceed WHO limits by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15x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 winter. We aim to achieve an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MAE &lt; 15 AQI points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providing a 24-hour early warning system to reduce exposure by 20%.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3051571"/>
            <a:ext cx="64008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Build a high-precision Regression framework to enable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proactive policy action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and shift responses from damage control to exposure mitigation.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38225" y="4407693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Regression: Predicting Air Quality Index (AQI)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38225" y="4723804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 Missing Values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 the dataset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38225" y="5039915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 Categorical &amp; 13 Numerical features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38225" y="5356026"/>
            <a:ext cx="5743575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Outliers: Detected in every numerical feature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0100" y="4369593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00100" y="4685704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00100" y="5001815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00100" y="5317926"/>
            <a:ext cx="38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